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6888290" cy="1051471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IVYAR LAND REGISTRY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1000" y="2745135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for Veterans. Land for Heroes.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3308896"/>
            <a:ext cx="85496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Ending 109 years of land injustice in Ukraine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470535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Bank Pilot Program - January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109 YEARS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5288" y="1466850"/>
            <a:ext cx="0" cy="243780"/>
          </a:xfrm>
          <a:prstGeom prst="line">
            <a:avLst/>
          </a:prstGeom>
          <a:noFill/>
          <a:ln w="28575">
            <a:solidFill>
              <a:srgbClr val="005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1975" y="1466850"/>
            <a:ext cx="836504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1917 - Bolsheviks confiscate land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5288" y="1843980"/>
            <a:ext cx="0" cy="243780"/>
          </a:xfrm>
          <a:prstGeom prst="line">
            <a:avLst/>
          </a:prstGeom>
          <a:noFill/>
          <a:ln w="28575">
            <a:solidFill>
              <a:srgbClr val="005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1975" y="1843980"/>
            <a:ext cx="836504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1933 - Holodomor: 4M died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5288" y="2221111"/>
            <a:ext cx="0" cy="243780"/>
          </a:xfrm>
          <a:prstGeom prst="line">
            <a:avLst/>
          </a:prstGeom>
          <a:noFill/>
          <a:ln w="28575">
            <a:solidFill>
              <a:srgbClr val="005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1975" y="2221111"/>
            <a:ext cx="836504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1991-2020 - Moratorium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5288" y="2598241"/>
            <a:ext cx="0" cy="243780"/>
          </a:xfrm>
          <a:prstGeom prst="line">
            <a:avLst/>
          </a:prstGeom>
          <a:noFill/>
          <a:ln w="28575">
            <a:solidFill>
              <a:srgbClr val="005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975" y="2598241"/>
            <a:ext cx="836504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2020 - Oligarchs capture land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089672"/>
            <a:ext cx="8382000" cy="685800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280172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IVYAR SAYS ENOUGH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470535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deserve their land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996529"/>
            <a:ext cx="4095750" cy="202674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63" y="2377529"/>
            <a:ext cx="3400425" cy="975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80"/>
              </a:lnSpc>
              <a:buNone/>
            </a:pPr>
            <a:r>
              <a:rPr lang="en-US" sz="4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28663" y="3429000"/>
            <a:ext cx="34004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Hectares for veterans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7250" y="1996529"/>
            <a:ext cx="4095750" cy="202674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4913" y="2377529"/>
            <a:ext cx="3400425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14913" y="3185220"/>
            <a:ext cx="34004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returning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46101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framework. No fairness.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8325"/>
            <a:ext cx="8382000" cy="238497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838325"/>
            <a:ext cx="0" cy="2384971"/>
          </a:xfrm>
          <a:prstGeom prst="line">
            <a:avLst/>
          </a:prstGeom>
          <a:noFill/>
          <a:ln w="76200">
            <a:solidFill>
              <a:srgbClr val="FFD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0486" y="2295525"/>
            <a:ext cx="753922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FOR VETERANS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0486" y="3034605"/>
            <a:ext cx="75392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hectares for 1,000 veterans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0486" y="3537496"/>
            <a:ext cx="7539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• Transparent • Fair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09899"/>
            <a:ext cx="4095750" cy="72375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809899"/>
            <a:ext cx="0" cy="72375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962299"/>
            <a:ext cx="382790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2198489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• 14 tables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647950"/>
            <a:ext cx="4095750" cy="72375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647950"/>
            <a:ext cx="0" cy="72375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800350"/>
            <a:ext cx="382790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036540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REST • Vercel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486001"/>
            <a:ext cx="4095750" cy="72375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486001"/>
            <a:ext cx="0" cy="72375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3638401"/>
            <a:ext cx="382790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" y="3874591"/>
            <a:ext cx="382790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• Smart contracts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2377380"/>
            <a:ext cx="4095750" cy="1264890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7189" y="2682180"/>
            <a:ext cx="35558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189" y="3139380"/>
            <a:ext cx="355587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veterans • 5 parcels • 3 grants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81000" y="46101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ivyar-ddr-module.vercel.app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309068"/>
            <a:ext cx="409575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2309068"/>
            <a:ext cx="0" cy="411361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2423368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COMBAT: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0-150 pts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15679"/>
            <a:ext cx="409575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815679"/>
            <a:ext cx="0" cy="411361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2929979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DISABILITY: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0-90 pts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322290"/>
            <a:ext cx="409575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322290"/>
            <a:ext cx="0" cy="411361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3436590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AWARDS: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0-100 pts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2105174"/>
            <a:ext cx="4095750" cy="1832372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8327" y="2371874"/>
            <a:ext cx="36335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8327" y="2699445"/>
            <a:ext cx="3633597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98327" y="3488085"/>
            <a:ext cx="363359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Wait: ~1 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463302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PROGRAM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162175"/>
            <a:ext cx="2667000" cy="173727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5226" y="2466975"/>
            <a:ext cx="20985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65226" y="3396555"/>
            <a:ext cx="209854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238500" y="2162175"/>
            <a:ext cx="2667000" cy="173727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2726" y="2466975"/>
            <a:ext cx="20985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522726" y="3396555"/>
            <a:ext cx="209854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Hectares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0" y="2162175"/>
            <a:ext cx="2667000" cy="173727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80226" y="2466975"/>
            <a:ext cx="20985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80226" y="3396555"/>
            <a:ext cx="209854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4604"/>
            <a:ext cx="8382000" cy="239256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834604"/>
            <a:ext cx="0" cy="2392561"/>
          </a:xfrm>
          <a:prstGeom prst="line">
            <a:avLst/>
          </a:prstGeom>
          <a:noFill/>
          <a:ln w="76200">
            <a:solidFill>
              <a:srgbClr val="FFD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762" y="2215604"/>
            <a:ext cx="7694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$5-8M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62762" y="3282404"/>
            <a:ext cx="76946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PILOT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762" y="3632895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+ USAID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230934"/>
            <a:ext cx="2717750" cy="74280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2230934"/>
            <a:ext cx="0" cy="74280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2383334"/>
            <a:ext cx="24223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653754"/>
            <a:ext cx="242234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13050" y="2230934"/>
            <a:ext cx="2717750" cy="74280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2100" y="2230934"/>
            <a:ext cx="0" cy="74280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3550" y="2383334"/>
            <a:ext cx="24223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03550" y="2653754"/>
            <a:ext cx="242234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45101" y="2230934"/>
            <a:ext cx="2717899" cy="74280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64151" y="2230934"/>
            <a:ext cx="0" cy="74280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5601" y="2383334"/>
            <a:ext cx="24224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5601" y="2653754"/>
            <a:ext cx="242249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088035"/>
            <a:ext cx="2717750" cy="74280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088035"/>
            <a:ext cx="0" cy="74280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3240435"/>
            <a:ext cx="24223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3510855"/>
            <a:ext cx="242234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13050" y="3088035"/>
            <a:ext cx="2717750" cy="74280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2100" y="3088035"/>
            <a:ext cx="0" cy="74280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3550" y="3240435"/>
            <a:ext cx="24223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03550" y="3510855"/>
            <a:ext cx="242234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45101" y="3088035"/>
            <a:ext cx="2717899" cy="74280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7501" y="3240435"/>
            <a:ext cx="24613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2027-2030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97501" y="3510855"/>
            <a:ext cx="246136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38474"/>
            <a:ext cx="4114800" cy="113526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4162" y="2028974"/>
            <a:ext cx="380847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4162" y="2615654"/>
            <a:ext cx="380847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3088035"/>
            <a:ext cx="4114800" cy="113526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4162" y="3278535"/>
            <a:ext cx="380847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4162" y="3865215"/>
            <a:ext cx="380847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8200" y="2318593"/>
            <a:ext cx="411480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2318593"/>
            <a:ext cx="0" cy="41136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32893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stability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2825204"/>
            <a:ext cx="411480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0" y="2825204"/>
            <a:ext cx="0" cy="41136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93950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justice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3331815"/>
            <a:ext cx="4114800" cy="411361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3331815"/>
            <a:ext cx="0" cy="411361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446115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template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425154"/>
            <a:ext cx="4133850" cy="54858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2425154"/>
            <a:ext cx="0" cy="54858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2577554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29150" y="2425154"/>
            <a:ext cx="4133850" cy="54858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48200" y="2425154"/>
            <a:ext cx="0" cy="54858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9650" y="2577554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3088035"/>
            <a:ext cx="4133850" cy="54858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088035"/>
            <a:ext cx="0" cy="54858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3240435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NATO DIANA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9150" y="3088035"/>
            <a:ext cx="4133850" cy="54858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8200" y="3088035"/>
            <a:ext cx="0" cy="54858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9650" y="3240435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COMMISSION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011710"/>
            <a:ext cx="8382000" cy="130671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316510"/>
            <a:ext cx="79278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YARMOSYUK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800350"/>
            <a:ext cx="79278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IVYAR LLC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3470821"/>
            <a:ext cx="8382000" cy="57909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3661321"/>
            <a:ext cx="816102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"Building the system that gives veterans the land they fought for"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4652070"/>
            <a:ext cx="8549640" cy="1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"/>
              </a:lnSpc>
              <a:buNone/>
            </a:pPr>
            <a:r>
              <a:rPr lang="en-US" sz="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71500"/>
            <a:ext cx="4284536" cy="8382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TO 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864965"/>
            <a:ext cx="8382000" cy="2384971"/>
          </a:xfrm>
          <a:prstGeom prst="rect">
            <a:avLst/>
          </a:prstGeom>
          <a:solidFill>
            <a:srgbClr val="005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38150" y="1864965"/>
            <a:ext cx="0" cy="2384971"/>
          </a:xfrm>
          <a:prstGeom prst="line">
            <a:avLst/>
          </a:prstGeom>
          <a:noFill/>
          <a:ln w="114300">
            <a:solidFill>
              <a:srgbClr val="FFD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967" y="2322165"/>
            <a:ext cx="750036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8967" y="3122265"/>
            <a:ext cx="750036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$5-8M | 12 Months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8967" y="3548955"/>
            <a:ext cx="750036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Veterans | 10,000 Hectares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470535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igor@ivyar.org | www.ivyar.org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IVYAR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IVYAR Land Registry - World Bank Pilot Program</dc:title>
  <dc:subject>Blockchain-based land registry for Ukrainian veterans</dc:subject>
  <dc:creator>Igor Yarmosyuk, IVYAR LLC</dc:creator>
  <cp:lastModifiedBy>Igor Yarmosyuk, IVYAR LLC</cp:lastModifiedBy>
  <cp:revision>1</cp:revision>
  <dcterms:created xsi:type="dcterms:W3CDTF">2026-01-18T14:51:49Z</dcterms:created>
  <dcterms:modified xsi:type="dcterms:W3CDTF">2026-01-18T14:51:49Z</dcterms:modified>
</cp:coreProperties>
</file>